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06" r:id="rId2"/>
    <p:sldId id="258" r:id="rId3"/>
    <p:sldId id="260" r:id="rId4"/>
    <p:sldId id="261" r:id="rId5"/>
    <p:sldId id="285" r:id="rId6"/>
    <p:sldId id="307" r:id="rId7"/>
    <p:sldId id="290" r:id="rId8"/>
    <p:sldId id="308" r:id="rId9"/>
    <p:sldId id="309" r:id="rId10"/>
    <p:sldId id="311" r:id="rId11"/>
    <p:sldId id="310" r:id="rId12"/>
    <p:sldId id="31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8A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90CFC-1373-4FED-A322-85C9AC5639CF}" v="94" dt="2026-04-16T14:08:27.9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1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sidhar Raj" userId="8e4a2839e1a7f5b3" providerId="LiveId" clId="{E4535494-AE87-4B1F-BB95-800171FDAB6E}"/>
    <pc:docChg chg="undo custSel addSld delSld modSld sldOrd">
      <pc:chgData name="Sasidhar Raj" userId="8e4a2839e1a7f5b3" providerId="LiveId" clId="{E4535494-AE87-4B1F-BB95-800171FDAB6E}" dt="2026-04-27T19:36:12.427" v="1692" actId="680"/>
      <pc:docMkLst>
        <pc:docMk/>
      </pc:docMkLst>
      <pc:sldChg chg="addSp delSp modSp mod">
        <pc:chgData name="Sasidhar Raj" userId="8e4a2839e1a7f5b3" providerId="LiveId" clId="{E4535494-AE87-4B1F-BB95-800171FDAB6E}" dt="2026-04-16T14:09:42.011" v="1671" actId="20577"/>
        <pc:sldMkLst>
          <pc:docMk/>
          <pc:sldMk cId="3739322263" sldId="258"/>
        </pc:sldMkLst>
        <pc:spChg chg="mod">
          <ac:chgData name="Sasidhar Raj" userId="8e4a2839e1a7f5b3" providerId="LiveId" clId="{E4535494-AE87-4B1F-BB95-800171FDAB6E}" dt="2026-04-14T16:43:29.653" v="143"/>
          <ac:spMkLst>
            <pc:docMk/>
            <pc:sldMk cId="3739322263" sldId="258"/>
            <ac:spMk id="2" creationId="{C9CD68FC-314D-CA4C-E07E-1E93815E67C9}"/>
          </ac:spMkLst>
        </pc:spChg>
        <pc:spChg chg="add del mod">
          <ac:chgData name="Sasidhar Raj" userId="8e4a2839e1a7f5b3" providerId="LiveId" clId="{E4535494-AE87-4B1F-BB95-800171FDAB6E}" dt="2026-04-16T14:09:42.011" v="1671" actId="20577"/>
          <ac:spMkLst>
            <pc:docMk/>
            <pc:sldMk cId="3739322263" sldId="258"/>
            <ac:spMk id="4" creationId="{EA7C0708-EDF3-E442-AB6C-6F1EB7F12F82}"/>
          </ac:spMkLst>
        </pc:spChg>
      </pc:sldChg>
      <pc:sldChg chg="modSp mod">
        <pc:chgData name="Sasidhar Raj" userId="8e4a2839e1a7f5b3" providerId="LiveId" clId="{E4535494-AE87-4B1F-BB95-800171FDAB6E}" dt="2026-04-15T16:59:12.507" v="685"/>
        <pc:sldMkLst>
          <pc:docMk/>
          <pc:sldMk cId="1222991165" sldId="260"/>
        </pc:sldMkLst>
        <pc:spChg chg="mod">
          <ac:chgData name="Sasidhar Raj" userId="8e4a2839e1a7f5b3" providerId="LiveId" clId="{E4535494-AE87-4B1F-BB95-800171FDAB6E}" dt="2026-04-14T16:43:24.082" v="142"/>
          <ac:spMkLst>
            <pc:docMk/>
            <pc:sldMk cId="1222991165" sldId="260"/>
            <ac:spMk id="2" creationId="{BB99FAAB-F592-EB19-BF10-4C881F0DDC7B}"/>
          </ac:spMkLst>
        </pc:spChg>
        <pc:spChg chg="mod">
          <ac:chgData name="Sasidhar Raj" userId="8e4a2839e1a7f5b3" providerId="LiveId" clId="{E4535494-AE87-4B1F-BB95-800171FDAB6E}" dt="2026-04-15T16:59:12.507" v="685"/>
          <ac:spMkLst>
            <pc:docMk/>
            <pc:sldMk cId="1222991165" sldId="260"/>
            <ac:spMk id="5" creationId="{C70736F8-7FEF-ECD0-07FC-B166FD8B3E98}"/>
          </ac:spMkLst>
        </pc:spChg>
      </pc:sldChg>
      <pc:sldChg chg="modSp mod">
        <pc:chgData name="Sasidhar Raj" userId="8e4a2839e1a7f5b3" providerId="LiveId" clId="{E4535494-AE87-4B1F-BB95-800171FDAB6E}" dt="2026-04-16T14:10:23.306" v="1672" actId="1076"/>
        <pc:sldMkLst>
          <pc:docMk/>
          <pc:sldMk cId="2867898724" sldId="261"/>
        </pc:sldMkLst>
        <pc:spChg chg="mod">
          <ac:chgData name="Sasidhar Raj" userId="8e4a2839e1a7f5b3" providerId="LiveId" clId="{E4535494-AE87-4B1F-BB95-800171FDAB6E}" dt="2026-04-16T14:10:23.306" v="1672" actId="1076"/>
          <ac:spMkLst>
            <pc:docMk/>
            <pc:sldMk cId="2867898724" sldId="261"/>
            <ac:spMk id="2" creationId="{45FC035C-593D-1640-9830-E106EF69AA4F}"/>
          </ac:spMkLst>
        </pc:spChg>
        <pc:spChg chg="mod">
          <ac:chgData name="Sasidhar Raj" userId="8e4a2839e1a7f5b3" providerId="LiveId" clId="{E4535494-AE87-4B1F-BB95-800171FDAB6E}" dt="2026-04-15T17:01:18.263" v="834" actId="20577"/>
          <ac:spMkLst>
            <pc:docMk/>
            <pc:sldMk cId="2867898724" sldId="261"/>
            <ac:spMk id="6" creationId="{9A2A0516-E3F6-B014-A202-3EC2AE540D1A}"/>
          </ac:spMkLst>
        </pc:spChg>
      </pc:sldChg>
      <pc:sldChg chg="addSp delSp modSp mod">
        <pc:chgData name="Sasidhar Raj" userId="8e4a2839e1a7f5b3" providerId="LiveId" clId="{E4535494-AE87-4B1F-BB95-800171FDAB6E}" dt="2026-04-16T14:10:53.978" v="1673" actId="20577"/>
        <pc:sldMkLst>
          <pc:docMk/>
          <pc:sldMk cId="486072801" sldId="285"/>
        </pc:sldMkLst>
        <pc:spChg chg="mod">
          <ac:chgData name="Sasidhar Raj" userId="8e4a2839e1a7f5b3" providerId="LiveId" clId="{E4535494-AE87-4B1F-BB95-800171FDAB6E}" dt="2026-04-15T17:01:49.192" v="866" actId="20577"/>
          <ac:spMkLst>
            <pc:docMk/>
            <pc:sldMk cId="486072801" sldId="285"/>
            <ac:spMk id="2" creationId="{AE315F5D-9305-1098-69D6-2BAE5BD4793F}"/>
          </ac:spMkLst>
        </pc:spChg>
        <pc:spChg chg="add del mod">
          <ac:chgData name="Sasidhar Raj" userId="8e4a2839e1a7f5b3" providerId="LiveId" clId="{E4535494-AE87-4B1F-BB95-800171FDAB6E}" dt="2026-04-15T17:02:27.927" v="888" actId="47"/>
          <ac:spMkLst>
            <pc:docMk/>
            <pc:sldMk cId="486072801" sldId="285"/>
            <ac:spMk id="3" creationId="{00000000-0000-0000-0000-000000000000}"/>
          </ac:spMkLst>
        </pc:spChg>
        <pc:spChg chg="add del mod">
          <ac:chgData name="Sasidhar Raj" userId="8e4a2839e1a7f5b3" providerId="LiveId" clId="{E4535494-AE87-4B1F-BB95-800171FDAB6E}" dt="2026-04-16T14:10:53.978" v="1673" actId="20577"/>
          <ac:spMkLst>
            <pc:docMk/>
            <pc:sldMk cId="486072801" sldId="285"/>
            <ac:spMk id="4" creationId="{9A2A0516-E3F6-B014-A202-3EC2AE540D1A}"/>
          </ac:spMkLst>
        </pc:spChg>
      </pc:sldChg>
      <pc:sldChg chg="addSp delSp modSp mod ord">
        <pc:chgData name="Sasidhar Raj" userId="8e4a2839e1a7f5b3" providerId="LiveId" clId="{E4535494-AE87-4B1F-BB95-800171FDAB6E}" dt="2026-04-15T17:10:14.418" v="1064"/>
        <pc:sldMkLst>
          <pc:docMk/>
          <pc:sldMk cId="3540646850" sldId="290"/>
        </pc:sldMkLst>
        <pc:spChg chg="mod">
          <ac:chgData name="Sasidhar Raj" userId="8e4a2839e1a7f5b3" providerId="LiveId" clId="{E4535494-AE87-4B1F-BB95-800171FDAB6E}" dt="2026-04-15T01:42:45.120" v="248" actId="1076"/>
          <ac:spMkLst>
            <pc:docMk/>
            <pc:sldMk cId="3540646850" sldId="290"/>
            <ac:spMk id="2" creationId="{2206057E-95F0-6C4D-1F5A-24B1F1FE9D6F}"/>
          </ac:spMkLst>
        </pc:spChg>
        <pc:spChg chg="add">
          <ac:chgData name="Sasidhar Raj" userId="8e4a2839e1a7f5b3" providerId="LiveId" clId="{E4535494-AE87-4B1F-BB95-800171FDAB6E}" dt="2026-04-15T01:41:24.783" v="235" actId="22"/>
          <ac:spMkLst>
            <pc:docMk/>
            <pc:sldMk cId="3540646850" sldId="290"/>
            <ac:spMk id="8" creationId="{CF243E9C-BC96-08DC-6B29-2378D922A244}"/>
          </ac:spMkLst>
        </pc:spChg>
        <pc:picChg chg="add mod">
          <ac:chgData name="Sasidhar Raj" userId="8e4a2839e1a7f5b3" providerId="LiveId" clId="{E4535494-AE87-4B1F-BB95-800171FDAB6E}" dt="2026-04-15T01:43:01.870" v="251" actId="1076"/>
          <ac:picMkLst>
            <pc:docMk/>
            <pc:sldMk cId="3540646850" sldId="290"/>
            <ac:picMk id="10" creationId="{DB2189C4-93E6-2055-E663-F4682EE8AD14}"/>
          </ac:picMkLst>
        </pc:picChg>
      </pc:sldChg>
      <pc:sldChg chg="addSp delSp modSp mod">
        <pc:chgData name="Sasidhar Raj" userId="8e4a2839e1a7f5b3" providerId="LiveId" clId="{E4535494-AE87-4B1F-BB95-800171FDAB6E}" dt="2026-04-16T14:08:59.071" v="1638" actId="1076"/>
        <pc:sldMkLst>
          <pc:docMk/>
          <pc:sldMk cId="1138011257" sldId="306"/>
        </pc:sldMkLst>
        <pc:spChg chg="mod">
          <ac:chgData name="Sasidhar Raj" userId="8e4a2839e1a7f5b3" providerId="LiveId" clId="{E4535494-AE87-4B1F-BB95-800171FDAB6E}" dt="2026-04-14T16:44:14.767" v="144"/>
          <ac:spMkLst>
            <pc:docMk/>
            <pc:sldMk cId="1138011257" sldId="306"/>
            <ac:spMk id="2" creationId="{8B75383A-DB99-25AC-82FE-641FB656F22E}"/>
          </ac:spMkLst>
        </pc:spChg>
        <pc:spChg chg="mod">
          <ac:chgData name="Sasidhar Raj" userId="8e4a2839e1a7f5b3" providerId="LiveId" clId="{E4535494-AE87-4B1F-BB95-800171FDAB6E}" dt="2026-04-16T14:08:59.071" v="1638" actId="1076"/>
          <ac:spMkLst>
            <pc:docMk/>
            <pc:sldMk cId="1138011257" sldId="306"/>
            <ac:spMk id="13" creationId="{68D95AAB-AD62-B655-8E18-2C8E8FBD34AA}"/>
          </ac:spMkLst>
        </pc:spChg>
        <pc:graphicFrameChg chg="add mod modGraphic">
          <ac:chgData name="Sasidhar Raj" userId="8e4a2839e1a7f5b3" providerId="LiveId" clId="{E4535494-AE87-4B1F-BB95-800171FDAB6E}" dt="2026-04-16T14:08:38.081" v="1637" actId="2711"/>
          <ac:graphicFrameMkLst>
            <pc:docMk/>
            <pc:sldMk cId="1138011257" sldId="306"/>
            <ac:graphicFrameMk id="3" creationId="{EE4B1045-0F55-6EE9-45B3-4053A0790A2F}"/>
          </ac:graphicFrameMkLst>
        </pc:graphicFrameChg>
      </pc:sldChg>
      <pc:sldChg chg="modSp add mod">
        <pc:chgData name="Sasidhar Raj" userId="8e4a2839e1a7f5b3" providerId="LiveId" clId="{E4535494-AE87-4B1F-BB95-800171FDAB6E}" dt="2026-04-15T17:09:21.741" v="1062"/>
        <pc:sldMkLst>
          <pc:docMk/>
          <pc:sldMk cId="399504227" sldId="307"/>
        </pc:sldMkLst>
        <pc:spChg chg="mod">
          <ac:chgData name="Sasidhar Raj" userId="8e4a2839e1a7f5b3" providerId="LiveId" clId="{E4535494-AE87-4B1F-BB95-800171FDAB6E}" dt="2026-04-15T17:08:28.271" v="1014" actId="20577"/>
          <ac:spMkLst>
            <pc:docMk/>
            <pc:sldMk cId="399504227" sldId="307"/>
            <ac:spMk id="2" creationId="{93AC581E-8E9D-7E64-0A42-C4019344C96C}"/>
          </ac:spMkLst>
        </pc:spChg>
        <pc:spChg chg="mod">
          <ac:chgData name="Sasidhar Raj" userId="8e4a2839e1a7f5b3" providerId="LiveId" clId="{E4535494-AE87-4B1F-BB95-800171FDAB6E}" dt="2026-04-15T17:09:21.741" v="1062"/>
          <ac:spMkLst>
            <pc:docMk/>
            <pc:sldMk cId="399504227" sldId="307"/>
            <ac:spMk id="4" creationId="{BA8479A2-FFB8-A3D9-8AAB-BF934854BA14}"/>
          </ac:spMkLst>
        </pc:spChg>
      </pc:sldChg>
      <pc:sldChg chg="modSp add mod">
        <pc:chgData name="Sasidhar Raj" userId="8e4a2839e1a7f5b3" providerId="LiveId" clId="{E4535494-AE87-4B1F-BB95-800171FDAB6E}" dt="2026-04-15T17:37:57.182" v="1400" actId="20577"/>
        <pc:sldMkLst>
          <pc:docMk/>
          <pc:sldMk cId="2834802283" sldId="308"/>
        </pc:sldMkLst>
        <pc:spChg chg="mod">
          <ac:chgData name="Sasidhar Raj" userId="8e4a2839e1a7f5b3" providerId="LiveId" clId="{E4535494-AE87-4B1F-BB95-800171FDAB6E}" dt="2026-04-15T17:35:22.632" v="1327" actId="20577"/>
          <ac:spMkLst>
            <pc:docMk/>
            <pc:sldMk cId="2834802283" sldId="308"/>
            <ac:spMk id="2" creationId="{936895CD-494B-3D7E-F5C2-CD5C7A26BBD8}"/>
          </ac:spMkLst>
        </pc:spChg>
        <pc:spChg chg="mod">
          <ac:chgData name="Sasidhar Raj" userId="8e4a2839e1a7f5b3" providerId="LiveId" clId="{E4535494-AE87-4B1F-BB95-800171FDAB6E}" dt="2026-04-15T17:37:57.182" v="1400" actId="20577"/>
          <ac:spMkLst>
            <pc:docMk/>
            <pc:sldMk cId="2834802283" sldId="308"/>
            <ac:spMk id="4" creationId="{08B4C2AC-E10B-8282-3914-D0217959F3C7}"/>
          </ac:spMkLst>
        </pc:spChg>
      </pc:sldChg>
      <pc:sldChg chg="addSp delSp modSp add mod">
        <pc:chgData name="Sasidhar Raj" userId="8e4a2839e1a7f5b3" providerId="LiveId" clId="{E4535494-AE87-4B1F-BB95-800171FDAB6E}" dt="2026-04-16T14:11:50.186" v="1690" actId="20577"/>
        <pc:sldMkLst>
          <pc:docMk/>
          <pc:sldMk cId="3073918953" sldId="309"/>
        </pc:sldMkLst>
        <pc:spChg chg="mod">
          <ac:chgData name="Sasidhar Raj" userId="8e4a2839e1a7f5b3" providerId="LiveId" clId="{E4535494-AE87-4B1F-BB95-800171FDAB6E}" dt="2026-04-15T17:39:20.122" v="1413" actId="20577"/>
          <ac:spMkLst>
            <pc:docMk/>
            <pc:sldMk cId="3073918953" sldId="309"/>
            <ac:spMk id="2" creationId="{C8B6FB6E-8C67-5E3A-CE47-3D32552615D9}"/>
          </ac:spMkLst>
        </pc:spChg>
        <pc:spChg chg="mod">
          <ac:chgData name="Sasidhar Raj" userId="8e4a2839e1a7f5b3" providerId="LiveId" clId="{E4535494-AE87-4B1F-BB95-800171FDAB6E}" dt="2026-04-16T14:11:50.186" v="1690" actId="20577"/>
          <ac:spMkLst>
            <pc:docMk/>
            <pc:sldMk cId="3073918953" sldId="309"/>
            <ac:spMk id="4" creationId="{3CF96DA8-1D29-6E54-3694-0367BB14B6F1}"/>
          </ac:spMkLst>
        </pc:spChg>
      </pc:sldChg>
      <pc:sldChg chg="modSp add mod">
        <pc:chgData name="Sasidhar Raj" userId="8e4a2839e1a7f5b3" providerId="LiveId" clId="{E4535494-AE87-4B1F-BB95-800171FDAB6E}" dt="2026-04-15T17:42:19.767" v="1485"/>
        <pc:sldMkLst>
          <pc:docMk/>
          <pc:sldMk cId="2609439887" sldId="310"/>
        </pc:sldMkLst>
        <pc:spChg chg="mod">
          <ac:chgData name="Sasidhar Raj" userId="8e4a2839e1a7f5b3" providerId="LiveId" clId="{E4535494-AE87-4B1F-BB95-800171FDAB6E}" dt="2026-04-15T17:41:41.291" v="1472" actId="20577"/>
          <ac:spMkLst>
            <pc:docMk/>
            <pc:sldMk cId="2609439887" sldId="310"/>
            <ac:spMk id="2" creationId="{59A6A461-F36E-57AD-21A8-6A8994284E22}"/>
          </ac:spMkLst>
        </pc:spChg>
        <pc:spChg chg="mod">
          <ac:chgData name="Sasidhar Raj" userId="8e4a2839e1a7f5b3" providerId="LiveId" clId="{E4535494-AE87-4B1F-BB95-800171FDAB6E}" dt="2026-04-15T17:42:19.767" v="1485"/>
          <ac:spMkLst>
            <pc:docMk/>
            <pc:sldMk cId="2609439887" sldId="310"/>
            <ac:spMk id="4" creationId="{55F681A3-319A-41BD-4B9F-167D3283732F}"/>
          </ac:spMkLst>
        </pc:spChg>
      </pc:sldChg>
      <pc:sldChg chg="addSp delSp modSp add mod">
        <pc:chgData name="Sasidhar Raj" userId="8e4a2839e1a7f5b3" providerId="LiveId" clId="{E4535494-AE87-4B1F-BB95-800171FDAB6E}" dt="2026-04-15T17:55:49.386" v="1517" actId="1076"/>
        <pc:sldMkLst>
          <pc:docMk/>
          <pc:sldMk cId="1481811390" sldId="311"/>
        </pc:sldMkLst>
        <pc:spChg chg="mod">
          <ac:chgData name="Sasidhar Raj" userId="8e4a2839e1a7f5b3" providerId="LiveId" clId="{E4535494-AE87-4B1F-BB95-800171FDAB6E}" dt="2026-04-15T17:48:15.963" v="1495" actId="20577"/>
          <ac:spMkLst>
            <pc:docMk/>
            <pc:sldMk cId="1481811390" sldId="311"/>
            <ac:spMk id="2" creationId="{13637DED-2316-5211-255A-A71494186614}"/>
          </ac:spMkLst>
        </pc:spChg>
        <pc:picChg chg="add mod">
          <ac:chgData name="Sasidhar Raj" userId="8e4a2839e1a7f5b3" providerId="LiveId" clId="{E4535494-AE87-4B1F-BB95-800171FDAB6E}" dt="2026-04-15T17:55:49.386" v="1517" actId="1076"/>
          <ac:picMkLst>
            <pc:docMk/>
            <pc:sldMk cId="1481811390" sldId="311"/>
            <ac:picMk id="16" creationId="{ECED294E-DB7E-5657-9820-11F122552342}"/>
          </ac:picMkLst>
        </pc:picChg>
      </pc:sldChg>
      <pc:sldChg chg="modSp new mod">
        <pc:chgData name="Sasidhar Raj" userId="8e4a2839e1a7f5b3" providerId="LiveId" clId="{E4535494-AE87-4B1F-BB95-800171FDAB6E}" dt="2026-04-15T17:59:06.560" v="1552" actId="1076"/>
        <pc:sldMkLst>
          <pc:docMk/>
          <pc:sldMk cId="3753615250" sldId="313"/>
        </pc:sldMkLst>
        <pc:spChg chg="mod">
          <ac:chgData name="Sasidhar Raj" userId="8e4a2839e1a7f5b3" providerId="LiveId" clId="{E4535494-AE87-4B1F-BB95-800171FDAB6E}" dt="2026-04-15T17:59:06.560" v="1552" actId="1076"/>
          <ac:spMkLst>
            <pc:docMk/>
            <pc:sldMk cId="3753615250" sldId="313"/>
            <ac:spMk id="2" creationId="{B208B99E-A68F-5EB4-D64D-B95AAC9784F6}"/>
          </ac:spMkLst>
        </pc:spChg>
      </pc:sldChg>
      <pc:sldChg chg="new del">
        <pc:chgData name="Sasidhar Raj" userId="8e4a2839e1a7f5b3" providerId="LiveId" clId="{E4535494-AE87-4B1F-BB95-800171FDAB6E}" dt="2026-04-27T19:36:12.427" v="1692" actId="680"/>
        <pc:sldMkLst>
          <pc:docMk/>
          <pc:sldMk cId="3502822971" sldId="31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5AFD6-FDEE-4B47-AC5C-CAD7A1E7E55F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58A1A-AE34-4AAB-BA0F-74E82736E0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339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E62D7-6964-2ED9-1586-E90DF622F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D00720-5A11-9C92-C2A4-39FE039AA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7C141-60CB-5A1C-79D2-63A7A2806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551CF-17C8-45D8-89CA-8E94C627FEA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DDF9-0825-8F97-42F4-DC06122D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615E5-A3A7-CC59-5A12-1FCC731B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3931-94F2-4EE3-9538-92A832F9FC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F3C21-9D9F-C95D-EE33-BA6E88F5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FAAEB-25A9-7E00-7E64-52341B9D3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22552-5A45-E7E7-18D5-173E04377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551CF-17C8-45D8-89CA-8E94C627FEA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FCD03-163D-1937-4ED2-D32853571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9AFBC-DB1B-775D-8812-83EDC0852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3931-94F2-4EE3-9538-92A832F9FC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348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6339-6BD1-D683-C14F-679321077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A018A-0054-3344-9006-D77090650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E4E93-C6FD-EF59-CD82-0B099DAC7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551CF-17C8-45D8-89CA-8E94C627FEA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69F7F-8463-27FB-8A4E-EE29995B3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6A83D-AD6D-27A3-9B7A-432660A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3931-94F2-4EE3-9538-92A832F9FC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17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09C88-EFF4-27AC-18FE-0C4B93BEA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43D54-DA28-BC52-6C12-0B7CFBD09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34544-4707-5160-0280-A28DE2119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09FFA-E945-17F7-981E-F758B9ED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551CF-17C8-45D8-89CA-8E94C627FEA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490BF-98BB-B993-FE3C-B2150A8B7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0FC75-147F-5A5A-FAF3-7A1AADE46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3931-94F2-4EE3-9538-92A832F9FC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33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C4CB6-83A0-36EF-FFF0-3437BA990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2906A-23D8-E855-23D0-E2524EC82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23918-C37D-8B76-139D-E878551DD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08C79-A14B-D62D-7E04-BE740FEE98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F551C2-19D9-4988-E5C1-68939283D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7B11C2-EAE5-E925-1CD5-60FD8F2C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551CF-17C8-45D8-89CA-8E94C627FEA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12754-B184-2116-73A4-1986648B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625631-4729-BB66-602E-B7B7E09C9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3931-94F2-4EE3-9538-92A832F9FC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8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9ECA2-A32D-2C34-C247-C342F3FB7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10E1C8-0EAF-7D8F-B447-021CA6CF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551CF-17C8-45D8-89CA-8E94C627FEA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85410E-78EF-4F35-2040-2ACAFAD1D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8FAA7B-F9D9-8C3F-C088-6F09C59B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3931-94F2-4EE3-9538-92A832F9FC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65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7AADEF-1904-00EA-7BF4-5FA11B07D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551CF-17C8-45D8-89CA-8E94C627FEA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4595EF-7410-F30F-516D-A2659188D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09D2C-5C01-4B58-EF1D-E2D64073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3931-94F2-4EE3-9538-92A832F9FC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541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01FCF-2D5C-FB38-6EFE-F78F1F69E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3CB6D-E9EC-5F6B-3DEF-DE08C01B6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DCDDF-A4D5-1542-4CDA-787D60EDB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6399D-C809-DF76-5D5D-B28AC41CD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551CF-17C8-45D8-89CA-8E94C627FEA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0E3AD-4204-A5B8-D362-C8E22EF2A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71BE8-4B40-9CBC-2E42-E28E52395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3931-94F2-4EE3-9538-92A832F9FC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1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0484-C7F8-0C61-6076-8EC88981C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433328-E29D-031B-C59A-C25FA61DD2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52FFE-98C6-7348-D2E2-0167728C8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047A1-7FAB-E2B4-CE7A-B8956E551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551CF-17C8-45D8-89CA-8E94C627FEA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78B02-E8BF-EC47-5B47-C5BA13D93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EDD0E-F3B7-01F5-EAA2-0C6945085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3931-94F2-4EE3-9538-92A832F9FC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382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B56E-3033-BCAE-6CEA-5F874D3C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B10D4-0072-E60A-07F1-E19DA3BE9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F4FFA-F16B-4CC2-3E34-B5813065B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551CF-17C8-45D8-89CA-8E94C627FEA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9998A-3795-F652-3857-EC0CA9158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9F126-369C-6CF9-CC2F-D5B6E5329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3931-94F2-4EE3-9538-92A832F9FC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988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784751-644D-CAF1-697F-9C7CCEF261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A852A8-03FD-F773-AA8D-9EFD15BA8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19684-C887-DD96-CD49-CF3769D8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551CF-17C8-45D8-89CA-8E94C627FEA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577C5-6F54-8F3E-F3EA-4CD54320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285C2-143E-29FB-4916-1EA9D43D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3931-94F2-4EE3-9538-92A832F9FC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082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2B7FBB-A6E3-525B-B7A9-6CDA31D49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CEBFF-0EE6-8495-A631-ADD70F5B9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E446F-9FF9-215D-50A9-7FDB86453A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551CF-17C8-45D8-89CA-8E94C627FEA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ABC26-886A-AC73-10CF-403DF124A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43C10-67CA-30EE-A139-4B5E62BF5F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C3931-94F2-4EE3-9538-92A832F9FC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28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5383A-DB99-25AC-82FE-641FB656F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1880"/>
            <a:ext cx="12191999" cy="6858000"/>
          </a:xfrm>
        </p:spPr>
        <p:txBody>
          <a:bodyPr>
            <a:normAutofit/>
          </a:bodyPr>
          <a:lstStyle/>
          <a:p>
            <a:pPr algn="ctr"/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IoT-Based Smart Intrusion Detection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D95AAB-AD62-B655-8E18-2C8E8FBD34AA}"/>
              </a:ext>
            </a:extLst>
          </p:cNvPr>
          <p:cNvSpPr txBox="1"/>
          <p:nvPr/>
        </p:nvSpPr>
        <p:spPr>
          <a:xfrm>
            <a:off x="7484164" y="5057199"/>
            <a:ext cx="3673411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Vimal Raj A (24MSCAI09)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4B1045-0F55-6EE9-45B3-4053A0790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649767"/>
              </p:ext>
            </p:extLst>
          </p:nvPr>
        </p:nvGraphicFramePr>
        <p:xfrm>
          <a:off x="1256747" y="5368204"/>
          <a:ext cx="2579757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9757">
                  <a:extLst>
                    <a:ext uri="{9D8B030D-6E8A-4147-A177-3AD203B41FA5}">
                      <a16:colId xmlns:a16="http://schemas.microsoft.com/office/drawing/2014/main" val="3155398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Guide,</a:t>
                      </a:r>
                    </a:p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T. DHEEPAK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088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011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68FC-314D-CA4C-E07E-1E93815E6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566" y="317872"/>
            <a:ext cx="3960752" cy="982412"/>
          </a:xfrm>
        </p:spPr>
        <p:txBody>
          <a:bodyPr>
            <a:noAutofit/>
          </a:bodyPr>
          <a:lstStyle/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C0708-EDF3-E442-AB6C-6F1EB7F12F82}"/>
              </a:ext>
            </a:extLst>
          </p:cNvPr>
          <p:cNvSpPr txBox="1"/>
          <p:nvPr/>
        </p:nvSpPr>
        <p:spPr>
          <a:xfrm>
            <a:off x="1157398" y="1754022"/>
            <a:ext cx="9877204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IoT networks are increasingly vulnerable to cyber attacks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A hybrid ML model (Bayesian Optimization + Logistic Regression + Random Forest) is proposed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Detects DDoS, malware, and abnormal attacks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Provides real-time threat prediction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Improves accuracy, precision, and recall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322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9FAAB-F592-EB19-BF10-4C881F0DD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831" y="413359"/>
            <a:ext cx="5021328" cy="1021715"/>
          </a:xfrm>
        </p:spPr>
        <p:txBody>
          <a:bodyPr>
            <a:normAutofit/>
          </a:bodyPr>
          <a:lstStyle/>
          <a:p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736F8-7FEF-ECD0-07FC-B166FD8B3E98}"/>
              </a:ext>
            </a:extLst>
          </p:cNvPr>
          <p:cNvSpPr txBox="1"/>
          <p:nvPr/>
        </p:nvSpPr>
        <p:spPr>
          <a:xfrm>
            <a:off x="1373871" y="1444760"/>
            <a:ext cx="8478373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/>
              <a:t>Rapid growth of IoT devices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/>
              <a:t>Increased security challenges in IoT environments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/>
              <a:t>Traditional methods are not effective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/>
              <a:t>Difficult to detect zero-day attacks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/>
              <a:t>Hybrid ML-based IDS is proposed as a solution 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991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C035C-593D-1640-9830-E106EF69A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309" y="348283"/>
            <a:ext cx="5863008" cy="1067435"/>
          </a:xfrm>
        </p:spPr>
        <p:txBody>
          <a:bodyPr>
            <a:noAutofit/>
          </a:bodyPr>
          <a:lstStyle/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US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A0516-E3F6-B014-A202-3EC2AE540D1A}"/>
              </a:ext>
            </a:extLst>
          </p:cNvPr>
          <p:cNvSpPr txBox="1"/>
          <p:nvPr/>
        </p:nvSpPr>
        <p:spPr>
          <a:xfrm>
            <a:off x="1055091" y="882001"/>
            <a:ext cx="10515600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/>
              <a:t>Uses signature-based intrusion detection systems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2400" dirty="0"/>
              <a:t>Firewalls with rule-based security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2400" dirty="0"/>
              <a:t>Anomaly detection techniques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/>
              <a:t>Single ML models like SVM, KNN, Decision Trees 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89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5F5D-9305-1098-69D6-2BAE5BD47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0" y="311337"/>
            <a:ext cx="10515600" cy="1099781"/>
          </a:xfrm>
        </p:spPr>
        <p:txBody>
          <a:bodyPr/>
          <a:lstStyle/>
          <a:p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DRAWBACK OF EXISTING SYSTEM</a:t>
            </a:r>
            <a:endParaRPr lang="en-US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A0516-E3F6-B014-A202-3EC2AE540D1A}"/>
              </a:ext>
            </a:extLst>
          </p:cNvPr>
          <p:cNvSpPr txBox="1"/>
          <p:nvPr/>
        </p:nvSpPr>
        <p:spPr>
          <a:xfrm>
            <a:off x="974408" y="1119020"/>
            <a:ext cx="1051560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Cannot detect new or unknown attacks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High false positive rates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No real-time detection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Single model reduces accuracy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Lack of hyperparameter optimization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7161" y="446897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072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A2E3C-0CD0-1153-6E76-343013A2E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C581E-8E9D-7E64-0A42-C4019344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0" y="311337"/>
            <a:ext cx="10515600" cy="1099781"/>
          </a:xfrm>
        </p:spPr>
        <p:txBody>
          <a:bodyPr/>
          <a:lstStyle/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ROPOSED SYSTEM</a:t>
            </a:r>
            <a:endParaRPr lang="en-US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8479A2-FFB8-A3D9-8AAB-BF934854BA14}"/>
              </a:ext>
            </a:extLst>
          </p:cNvPr>
          <p:cNvSpPr txBox="1"/>
          <p:nvPr/>
        </p:nvSpPr>
        <p:spPr>
          <a:xfrm>
            <a:off x="974408" y="1119020"/>
            <a:ext cx="10515600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Hybrid ML model is implemented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Bayesian Optimization for tuning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Logistic Regression for probability prediction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Random Forest for classification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Enables real-time attack detection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Scalable and adaptive system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B4CFE-0688-96D0-7138-9937ADBDA9F2}"/>
              </a:ext>
            </a:extLst>
          </p:cNvPr>
          <p:cNvSpPr txBox="1"/>
          <p:nvPr/>
        </p:nvSpPr>
        <p:spPr>
          <a:xfrm>
            <a:off x="1037161" y="446897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04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6057E-95F0-6C4D-1F5A-24B1F1FE9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23" y="162313"/>
            <a:ext cx="6827520" cy="701675"/>
          </a:xfrm>
        </p:spPr>
        <p:txBody>
          <a:bodyPr>
            <a:normAutofit/>
          </a:bodyPr>
          <a:lstStyle/>
          <a:p>
            <a:r>
              <a:rPr lang="en-US" sz="4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40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43E9C-BC96-08DC-6B29-2378D922A244}"/>
              </a:ext>
            </a:extLst>
          </p:cNvPr>
          <p:cNvSpPr txBox="1"/>
          <p:nvPr/>
        </p:nvSpPr>
        <p:spPr>
          <a:xfrm>
            <a:off x="3048828" y="3244334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2189C4-93E6-2055-E663-F4682EE8A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051" y="863988"/>
            <a:ext cx="6263898" cy="576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646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B1FA1-9EF2-4AFC-E3FA-CFDD619C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95CD-494B-3D7E-F5C2-CD5C7A26B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0" y="311337"/>
            <a:ext cx="10515600" cy="1099781"/>
          </a:xfrm>
        </p:spPr>
        <p:txBody>
          <a:bodyPr/>
          <a:lstStyle/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4C2AC-E10B-8282-3914-D0217959F3C7}"/>
              </a:ext>
            </a:extLst>
          </p:cNvPr>
          <p:cNvSpPr txBox="1"/>
          <p:nvPr/>
        </p:nvSpPr>
        <p:spPr>
          <a:xfrm>
            <a:off x="974408" y="1119020"/>
            <a:ext cx="1051560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/>
              <a:t>Data Preprocessing</a:t>
            </a:r>
            <a:r>
              <a:rPr lang="en-US" sz="2400" dirty="0"/>
              <a:t> – Cleans and prepares raw network data for analysis.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/>
              <a:t>Bayesian Optimization</a:t>
            </a:r>
            <a:r>
              <a:rPr lang="en-US" sz="2400" dirty="0"/>
              <a:t> – Optimizes model parameters to improve accuracy.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/>
              <a:t>Logistic Regression </a:t>
            </a:r>
            <a:r>
              <a:rPr lang="en-US" sz="2400" dirty="0"/>
              <a:t>– Predicts whether traffic is normal or malicious.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/>
              <a:t>Random Forest </a:t>
            </a:r>
            <a:r>
              <a:rPr lang="en-US" sz="2400" dirty="0"/>
              <a:t>– Classifies data using multiple decision trees for better accuracy.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/>
              <a:t>Attack Detection </a:t>
            </a:r>
            <a:r>
              <a:rPr lang="en-US" sz="2400" dirty="0"/>
              <a:t>– Identifies and classifies different types of cyber attacks.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/>
              <a:t>Alert System </a:t>
            </a:r>
            <a:r>
              <a:rPr lang="en-US" sz="2400" dirty="0"/>
              <a:t>– Generates alerts when suspicious activity is detected.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/>
              <a:t>Model Storage </a:t>
            </a:r>
            <a:r>
              <a:rPr lang="en-US" sz="2400" dirty="0"/>
              <a:t>– Stores trained models for future use and updates.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8E2A9-DE7B-F6DD-37BE-59622DEFEB7F}"/>
              </a:ext>
            </a:extLst>
          </p:cNvPr>
          <p:cNvSpPr txBox="1"/>
          <p:nvPr/>
        </p:nvSpPr>
        <p:spPr>
          <a:xfrm>
            <a:off x="1037161" y="446897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802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B1507-7223-63B4-017F-B0CB9B232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6FB6E-8C67-5E3A-CE47-3D3255261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0" y="311337"/>
            <a:ext cx="10515600" cy="1099781"/>
          </a:xfrm>
        </p:spPr>
        <p:txBody>
          <a:bodyPr/>
          <a:lstStyle/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RESULT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F96DA8-1D29-6E54-3694-0367BB14B6F1}"/>
              </a:ext>
            </a:extLst>
          </p:cNvPr>
          <p:cNvSpPr txBox="1"/>
          <p:nvPr/>
        </p:nvSpPr>
        <p:spPr>
          <a:xfrm>
            <a:off x="974408" y="1119020"/>
            <a:ext cx="1051560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Detection rate improved (10%)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Precision increased (12%)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Accuracy improved (15%)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Successfully detects DDoS, malware and Anomaly attacks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Reduced false alarms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B9071-CBC7-CF27-B8E1-E74A951E5EA8}"/>
              </a:ext>
            </a:extLst>
          </p:cNvPr>
          <p:cNvSpPr txBox="1"/>
          <p:nvPr/>
        </p:nvSpPr>
        <p:spPr>
          <a:xfrm>
            <a:off x="1037161" y="446897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918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E486F-8ADE-BDB2-2E20-120B3B99C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37DED-2316-5211-255A-A71494186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0" y="311337"/>
            <a:ext cx="10515600" cy="1099781"/>
          </a:xfrm>
        </p:spPr>
        <p:txBody>
          <a:bodyPr/>
          <a:lstStyle/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RESULT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A566EA-4FB8-A171-A7AE-9AD0CD6E5B2F}"/>
              </a:ext>
            </a:extLst>
          </p:cNvPr>
          <p:cNvSpPr txBox="1"/>
          <p:nvPr/>
        </p:nvSpPr>
        <p:spPr>
          <a:xfrm>
            <a:off x="1037161" y="446897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CED294E-DB7E-5657-9820-11F122552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204" y="1411118"/>
            <a:ext cx="5235394" cy="476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811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4D397-9545-B33D-9FC1-6590E9395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6A461-F36E-57AD-21A8-6A8994284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0" y="311337"/>
            <a:ext cx="10515600" cy="1099781"/>
          </a:xfrm>
        </p:spPr>
        <p:txBody>
          <a:bodyPr/>
          <a:lstStyle/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F681A3-319A-41BD-4B9F-167D3283732F}"/>
              </a:ext>
            </a:extLst>
          </p:cNvPr>
          <p:cNvSpPr txBox="1"/>
          <p:nvPr/>
        </p:nvSpPr>
        <p:spPr>
          <a:xfrm>
            <a:off x="974408" y="1119020"/>
            <a:ext cx="10515600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Hybrid ML model improves IoT security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Provides accurate and real-time detection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Efficient and scalable solution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Can be enhanced with deep learning in future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1F053-3965-DCA9-5D1A-176A99C3C246}"/>
              </a:ext>
            </a:extLst>
          </p:cNvPr>
          <p:cNvSpPr txBox="1"/>
          <p:nvPr/>
        </p:nvSpPr>
        <p:spPr>
          <a:xfrm>
            <a:off x="1037161" y="446897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439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B99E-A68F-5EB4-D64D-B95AAC978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728" y="1642327"/>
            <a:ext cx="6569597" cy="3234602"/>
          </a:xfrm>
        </p:spPr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IN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3615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Vimal (PPT)</Template>
  <TotalTime>120</TotalTime>
  <Words>313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IoT-Based Smart Intrusion Detection System</vt:lpstr>
      <vt:lpstr>ABSTRACT</vt:lpstr>
      <vt:lpstr>INTRODUCTION</vt:lpstr>
      <vt:lpstr>EXISTING SYSTEM</vt:lpstr>
      <vt:lpstr>DRAWBACK OF EXISTING SYSTEM</vt:lpstr>
      <vt:lpstr>PROPOSED SYSTEM</vt:lpstr>
      <vt:lpstr>SYSTEM ARCHITECTURE</vt:lpstr>
      <vt:lpstr>MODULE</vt:lpstr>
      <vt:lpstr>RESULT</vt:lpstr>
      <vt:lpstr>RESULT ANALYSIS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Sasidhar Raj</dc:creator>
  <cp:lastModifiedBy>Sasidhar Raj</cp:lastModifiedBy>
  <cp:revision>1</cp:revision>
  <dcterms:created xsi:type="dcterms:W3CDTF">2026-04-07T01:43:00Z</dcterms:created>
  <dcterms:modified xsi:type="dcterms:W3CDTF">2026-04-27T19:36:22Z</dcterms:modified>
</cp:coreProperties>
</file>